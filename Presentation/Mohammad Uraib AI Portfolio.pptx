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30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83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14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51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33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87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40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94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276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639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3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1550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343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7979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6640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890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183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90DCB7F-7845-4125-8211-6CA3C48248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CC61A95-2C2A-41A9-91AF-4FB4E5FB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871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71A17-138D-F3CA-FCD9-C544CF95A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8273143" cy="266700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Professional portfolio: </a:t>
            </a:r>
            <a:br>
              <a:rPr lang="en-US" dirty="0"/>
            </a:br>
            <a:r>
              <a:rPr lang="en-US" dirty="0"/>
              <a:t>Business &amp; Artificial intelligence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F19D7B-399F-2CEA-9BEB-1E9D2259E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0668000" cy="16557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Name:</a:t>
            </a:r>
            <a:r>
              <a:rPr lang="en-US" dirty="0">
                <a:solidFill>
                  <a:schemeClr val="tx1"/>
                </a:solidFill>
              </a:rPr>
              <a:t> Mohammad Uraib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Program:</a:t>
            </a:r>
            <a:r>
              <a:rPr lang="en-US" dirty="0">
                <a:solidFill>
                  <a:schemeClr val="tx1"/>
                </a:solidFill>
              </a:rPr>
              <a:t> Business and Artificial Intelligence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Career Goal:</a:t>
            </a:r>
            <a:r>
              <a:rPr lang="en-US" dirty="0">
                <a:solidFill>
                  <a:schemeClr val="tx1"/>
                </a:solidFill>
              </a:rPr>
              <a:t> Data Analyst using AI-driven tools</a:t>
            </a: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GitHub Portfolio</a:t>
            </a:r>
            <a:r>
              <a:rPr lang="en-US" b="1">
                <a:solidFill>
                  <a:schemeClr val="tx1"/>
                </a:solidFill>
              </a:rPr>
              <a:t>:</a:t>
            </a:r>
            <a:r>
              <a:rPr lang="en-US">
                <a:solidFill>
                  <a:schemeClr val="tx1"/>
                </a:solidFill>
              </a:rPr>
              <a:t> https://github.com/uraib786/Mohammad-Uraib-AI-Portfolio-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EE892-2069-754D-670A-C80AE86D7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0"/>
            <a:ext cx="3810000" cy="293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326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8C2EE-ED0D-08ED-F4AF-A2D4EC1E3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i="1" u="sng" dirty="0"/>
              <a:t>Learning journey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DA9F26-EB65-105D-BAB8-2DDF20A85A2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63287" y="3051874"/>
            <a:ext cx="4561114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Courses Completed:</a:t>
            </a:r>
            <a:endParaRPr kumimoji="0" lang="en-US" altLang="en-US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Mathematics for Social Science and Business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Deep Learning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English 1301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Light" panose="020B0502040204020203" pitchFamily="34" charset="0"/>
              </a:rPr>
              <a:t>Educational Frameworks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77AF354E-DFBE-A7BF-0B11-75CEBADF0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893731"/>
            <a:ext cx="4156166" cy="3291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u="sng" dirty="0"/>
              <a:t>Project Experience:</a:t>
            </a:r>
            <a:endParaRPr lang="en-US" sz="20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Digital collage project (English 1301)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Personal life journey presentation (Educational Frameworks)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Group AI project (Deep Learning)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2E2B73-3FCE-82FA-34BC-4C2312F54AFE}"/>
              </a:ext>
            </a:extLst>
          </p:cNvPr>
          <p:cNvSpPr txBox="1"/>
          <p:nvPr/>
        </p:nvSpPr>
        <p:spPr>
          <a:xfrm>
            <a:off x="8675914" y="3201983"/>
            <a:ext cx="3503026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Technologies Learned: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Python programming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Google Collab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Basic machine learning concepts</a:t>
            </a:r>
          </a:p>
          <a:p>
            <a:endParaRPr lang="en-US" dirty="0"/>
          </a:p>
        </p:txBody>
      </p:sp>
      <p:pic>
        <p:nvPicPr>
          <p:cNvPr id="1032" name="Picture 8" descr="Open Book Stock Photo - Download Image Now - Book, Open, 2015 - iStock">
            <a:extLst>
              <a:ext uri="{FF2B5EF4-FFF2-40B4-BE49-F238E27FC236}">
                <a16:creationId xmlns:a16="http://schemas.microsoft.com/office/drawing/2014/main" id="{44A3CED7-7C78-0EA1-5134-6F4E81C33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8856" y="0"/>
            <a:ext cx="4463143" cy="305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6489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65FC5-C504-7DC5-0EE8-20B376997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i="1" u="sng" dirty="0"/>
              <a:t>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9A3F9-F534-3335-846B-EB60D174E9D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743" y="1970314"/>
            <a:ext cx="10776857" cy="3820885"/>
          </a:xfrm>
        </p:spPr>
        <p:txBody>
          <a:bodyPr>
            <a:normAutofit fontScale="92500" lnSpcReduction="20000"/>
          </a:bodyPr>
          <a:lstStyle/>
          <a:p>
            <a:r>
              <a:rPr lang="en-US" b="1" u="sng" dirty="0"/>
              <a:t>Project 1:</a:t>
            </a:r>
            <a:br>
              <a:rPr lang="en-US" dirty="0"/>
            </a:br>
            <a:r>
              <a:rPr lang="en-US" b="1" dirty="0"/>
              <a:t>Digital Collage – English 1301</a:t>
            </a:r>
            <a:br>
              <a:rPr lang="en-US" dirty="0"/>
            </a:br>
            <a:r>
              <a:rPr lang="en-US" dirty="0"/>
              <a:t>Created a visual collage using </a:t>
            </a:r>
            <a:r>
              <a:rPr lang="en-US" b="1" dirty="0"/>
              <a:t>Canva</a:t>
            </a:r>
            <a:r>
              <a:rPr lang="en-US" dirty="0"/>
              <a:t> to communicate personal and academic themes.</a:t>
            </a:r>
            <a:br>
              <a:rPr lang="en-US" dirty="0"/>
            </a:br>
            <a:r>
              <a:rPr lang="en-US" b="1" dirty="0"/>
              <a:t>Tools Used:</a:t>
            </a:r>
            <a:r>
              <a:rPr lang="en-US" dirty="0"/>
              <a:t> Canva</a:t>
            </a:r>
          </a:p>
          <a:p>
            <a:r>
              <a:rPr lang="en-US" b="1" u="sng" dirty="0"/>
              <a:t>Project 2:</a:t>
            </a:r>
            <a:br>
              <a:rPr lang="en-US" dirty="0"/>
            </a:br>
            <a:r>
              <a:rPr lang="en-US" b="1" dirty="0"/>
              <a:t>AI Group Project – Deep Learning</a:t>
            </a:r>
            <a:br>
              <a:rPr lang="en-US" dirty="0"/>
            </a:br>
            <a:r>
              <a:rPr lang="en-US" dirty="0"/>
              <a:t>Built and tested machine learning models using </a:t>
            </a:r>
            <a:r>
              <a:rPr lang="en-US" b="1" dirty="0"/>
              <a:t>Google Collab</a:t>
            </a:r>
            <a:r>
              <a:rPr lang="en-US" dirty="0"/>
              <a:t> to solve data-based problems.</a:t>
            </a:r>
            <a:br>
              <a:rPr lang="en-US" dirty="0"/>
            </a:br>
            <a:r>
              <a:rPr lang="en-US" b="1" dirty="0"/>
              <a:t>Tools Used:</a:t>
            </a:r>
            <a:r>
              <a:rPr lang="en-US" dirty="0"/>
              <a:t> Python, Google Collab, Machine Learning</a:t>
            </a:r>
          </a:p>
          <a:p>
            <a:r>
              <a:rPr lang="en-US" b="1" u="sng" dirty="0"/>
              <a:t>Project 3:</a:t>
            </a:r>
            <a:br>
              <a:rPr lang="en-US" dirty="0"/>
            </a:br>
            <a:r>
              <a:rPr lang="en-US" b="1" dirty="0"/>
              <a:t>My Life Journey Presentation – Educational Frameworks</a:t>
            </a:r>
            <a:br>
              <a:rPr lang="en-US" dirty="0"/>
            </a:br>
            <a:r>
              <a:rPr lang="en-US" dirty="0"/>
              <a:t>Designed a structured presentation reflecting learning growth and career goals.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070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8EA57-EC80-9442-76D0-03831F16D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 and competencies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0B2AB-E644-FE80-89AD-D8093CB12A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5" y="2367092"/>
            <a:ext cx="3745312" cy="342410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u="sng" dirty="0">
                <a:latin typeface="Bahnschrift" panose="020B0502040204020203" pitchFamily="34" charset="0"/>
              </a:rPr>
              <a:t>Technical Skills</a:t>
            </a:r>
            <a:endParaRPr lang="en-US" u="sng" dirty="0">
              <a:latin typeface="Bahnschrift" panose="020B0502040204020203" pitchFamily="34" charset="0"/>
            </a:endParaRPr>
          </a:p>
          <a:p>
            <a:pPr algn="ctr"/>
            <a:r>
              <a:rPr lang="en-US" b="1" dirty="0">
                <a:latin typeface="Bahnschrift" panose="020B0502040204020203" pitchFamily="34" charset="0"/>
              </a:rPr>
              <a:t>Python programming</a:t>
            </a:r>
          </a:p>
          <a:p>
            <a:pPr algn="ctr"/>
            <a:r>
              <a:rPr lang="en-US" b="1" dirty="0">
                <a:latin typeface="Bahnschrift" panose="020B0502040204020203" pitchFamily="34" charset="0"/>
              </a:rPr>
              <a:t>Google Collab for AI model development</a:t>
            </a:r>
          </a:p>
          <a:p>
            <a:pPr algn="ctr"/>
            <a:r>
              <a:rPr lang="en-US" b="1" dirty="0">
                <a:latin typeface="Bahnschrift" panose="020B0502040204020203" pitchFamily="34" charset="0"/>
              </a:rPr>
              <a:t>Machine Learning fundamentals</a:t>
            </a:r>
          </a:p>
          <a:p>
            <a:pPr algn="ctr"/>
            <a:r>
              <a:rPr lang="en-US" b="1" dirty="0">
                <a:latin typeface="Bahnschrift" panose="020B0502040204020203" pitchFamily="34" charset="0"/>
              </a:rPr>
              <a:t>Data handling and basic analytics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37D5B9-FAFC-E206-01E4-0EFB7E4A60FE}"/>
              </a:ext>
            </a:extLst>
          </p:cNvPr>
          <p:cNvSpPr txBox="1"/>
          <p:nvPr/>
        </p:nvSpPr>
        <p:spPr>
          <a:xfrm>
            <a:off x="6096000" y="2367092"/>
            <a:ext cx="660762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latin typeface="Bahnschrift" panose="020B0502040204020203" pitchFamily="34" charset="0"/>
              </a:rPr>
              <a:t>SOFT SKILLS</a:t>
            </a:r>
          </a:p>
          <a:p>
            <a:pPr marL="342900" indent="-34290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Bahnschrift" panose="020B0502040204020203" pitchFamily="34" charset="0"/>
              </a:rPr>
              <a:t>TEAM WORK</a:t>
            </a:r>
          </a:p>
          <a:p>
            <a:pPr marL="342900" indent="-34290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Bahnschrift" panose="020B0502040204020203" pitchFamily="34" charset="0"/>
              </a:rPr>
              <a:t>GROUP COLLABORATION</a:t>
            </a:r>
          </a:p>
          <a:p>
            <a:pPr marL="342900" indent="-34290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Bahnschrift" panose="020B0502040204020203" pitchFamily="34" charset="0"/>
              </a:rPr>
              <a:t>COMMUNICATION SKILLS</a:t>
            </a:r>
          </a:p>
          <a:p>
            <a:pPr marL="342900" indent="-34290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Bahnschrift" panose="020B0502040204020203" pitchFamily="34" charset="0"/>
              </a:rPr>
              <a:t>PROBLEM-SOLVING MINDSET</a:t>
            </a:r>
          </a:p>
          <a:p>
            <a:pPr marL="342900" indent="-342900" algn="ctr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Bahnschrift" panose="020B0502040204020203" pitchFamily="34" charset="0"/>
              </a:rPr>
              <a:t>TIME MANAGEMENT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418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947E7-48F0-3889-3F33-B93018A8E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&amp; FUTURE GOALS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F8EC1A-9DFF-86BE-F5BB-808DBA7CF99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292663" y="2948059"/>
            <a:ext cx="1036445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Reflection: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 my coursework and projects, I developed strong problem-solving skills and a foundation in artificial intelligence and data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Goals: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plan to major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Artificial Intelligence and Business Technology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continue improving my coding skills to prepare for a career in AI-powered data analysis.</a:t>
            </a:r>
          </a:p>
        </p:txBody>
      </p:sp>
    </p:spTree>
    <p:extLst>
      <p:ext uri="{BB962C8B-B14F-4D97-AF65-F5344CB8AC3E}">
        <p14:creationId xmlns:p14="http://schemas.microsoft.com/office/powerpoint/2010/main" val="4277533541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4B4B4B"/>
      </a:dk2>
      <a:lt2>
        <a:srgbClr val="B5B5B5"/>
      </a:lt2>
      <a:accent1>
        <a:srgbClr val="9AC43E"/>
      </a:accent1>
      <a:accent2>
        <a:srgbClr val="44BA98"/>
      </a:accent2>
      <a:accent3>
        <a:srgbClr val="43A9D9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892FADA9-420D-4323-A7A4-C1060166525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59</TotalTime>
  <Words>270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Bahnschrift</vt:lpstr>
      <vt:lpstr>Bahnschrift Light</vt:lpstr>
      <vt:lpstr>Tw Cen MT</vt:lpstr>
      <vt:lpstr>Droplet</vt:lpstr>
      <vt:lpstr>Professional portfolio:  Business &amp; Artificial intelligence </vt:lpstr>
      <vt:lpstr>Learning journey</vt:lpstr>
      <vt:lpstr>Projects</vt:lpstr>
      <vt:lpstr>Skills and competencies </vt:lpstr>
      <vt:lpstr>REFLECTION &amp; FUTURE GOALS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uraibmalik13@gmail.com</dc:creator>
  <cp:lastModifiedBy>uraibmalik13@gmail.com</cp:lastModifiedBy>
  <cp:revision>2</cp:revision>
  <dcterms:created xsi:type="dcterms:W3CDTF">2025-12-09T21:27:06Z</dcterms:created>
  <dcterms:modified xsi:type="dcterms:W3CDTF">2025-12-10T13:53:18Z</dcterms:modified>
</cp:coreProperties>
</file>